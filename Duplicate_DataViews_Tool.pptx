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640080" cy="640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640080"/>
            <a:ext cx="640080" cy="640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Data Views</a:t>
            </a:r>
            <a:endParaRPr lang="en-US" sz="3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Tool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Multi-Cluster Kibana Hygiene at Scale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3200400" y="379476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Ola  |  ITSMA Team  |  HedgeServ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Duplicate Data Views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data views share the same title within a Kibana space, it creates operational risk. This is common in multi-tenant environments where teams create data views manually or import objects repeatedly.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64008" cy="1508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Performance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cross-cluster wildcard patterns like *:filebeat-* multiply search load on Elasticsearch, increasing query times and resource consumption.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205740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57400"/>
            <a:ext cx="64008" cy="1508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194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Confusion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5603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see multiple identically-named data views and choose randomly, leading to inconsistent dashboards and unreliable reporting across spaces.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840480"/>
            <a:ext cx="64008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77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Maintenance Overhead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or deprecating a data view pattern requires manually tracking every copy across every space in every deployment — unscalable at 100+ clusters.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84048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3840480"/>
            <a:ext cx="64008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977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&amp; Compliance Risk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43434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federal environments with strict SLAs, unnecessary cluster load from duplicates can push query response times past contractual thresholds.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Process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2918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98755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070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115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Config File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13898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clusters.json — URLs, API keys, SSL settings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728216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2011680"/>
            <a:ext cx="32918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8912" y="190195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0"/>
          <p:cNvSpPr/>
          <p:nvPr/>
        </p:nvSpPr>
        <p:spPr>
          <a:xfrm>
            <a:off x="438912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2140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0299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to Cluster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51560" y="23042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via Kibana API key per deployment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2642616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48640" y="2926080"/>
            <a:ext cx="32918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38912" y="281635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5"/>
          <p:cNvSpPr/>
          <p:nvPr/>
        </p:nvSpPr>
        <p:spPr>
          <a:xfrm>
            <a:off x="438912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03580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29443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 All Spaces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51560" y="32186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/api/spaces/space — auto-find every space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029200" y="1097280"/>
            <a:ext cx="32918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919472" y="98755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0"/>
          <p:cNvSpPr/>
          <p:nvPr/>
        </p:nvSpPr>
        <p:spPr>
          <a:xfrm>
            <a:off x="4919472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1207008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32120" y="1115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Data Views per Space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532120" y="13898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/s/{space_id}/api/data_views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1728216"/>
            <a:ext cx="182880" cy="18288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5029200" y="2011680"/>
            <a:ext cx="32918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919472" y="190195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25"/>
          <p:cNvSpPr/>
          <p:nvPr/>
        </p:nvSpPr>
        <p:spPr>
          <a:xfrm>
            <a:off x="4919472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8928" y="2121408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532120" y="20299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by Title, Find Duplicates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5532120" y="23042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title + multiple IDs = duplicate flagged</a:t>
            </a:r>
            <a:endParaRPr lang="en-US" sz="9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2642616"/>
            <a:ext cx="182880" cy="18288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5029200" y="2926080"/>
            <a:ext cx="32918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4919472" y="281635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0"/>
          <p:cNvSpPr/>
          <p:nvPr/>
        </p:nvSpPr>
        <p:spPr>
          <a:xfrm>
            <a:off x="4919472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8928" y="3035808"/>
            <a:ext cx="292608" cy="29260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532120" y="29443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Object References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5532120" y="32186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30+ saved object types for each duplicate ID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3886200" y="1394460"/>
            <a:ext cx="10972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1303020"/>
            <a:ext cx="182880" cy="18288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3931920" y="14859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for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</a:t>
            </a:r>
            <a:endParaRPr lang="en-US" sz="800" dirty="0"/>
          </a:p>
        </p:txBody>
      </p:sp>
      <p:sp>
        <p:nvSpPr>
          <p:cNvPr id="48" name="Shape 35"/>
          <p:cNvSpPr/>
          <p:nvPr/>
        </p:nvSpPr>
        <p:spPr>
          <a:xfrm>
            <a:off x="4407408" y="3657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0832" y="3813048"/>
            <a:ext cx="219456" cy="219456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4142232"/>
            <a:ext cx="256032" cy="256032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109728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Deployment  |  Space  |  Data View Title  |  IDs  |  Reference Counts  |  CSV / JSON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Output — Reading the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217920" cy="38404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DATA VIEWS REPORT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DEPLOYMENT: PROD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🔹 Space: Team Alpha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View Title: filebeat-*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Copies: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ID: a1b2c3d4...ef123456   (47 references)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ID: f9e8d7c6...ba098765   (2 references)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ID: 11223344...bbccddee   (0 references)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Deployments with duplicates :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Duplicate title groups       :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duplicate data view IDs: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1051560"/>
            <a:ext cx="1920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95160" y="1600200"/>
            <a:ext cx="16459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refs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primary data view. Keep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95160" y="2651760"/>
            <a:ext cx="1645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refs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objects to the primary, then remove.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3703320"/>
            <a:ext cx="1645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refs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9516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Orphaned. Safe to delete immediately.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&amp; Scalability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Multi-Cluster Scanning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scans all deployments. No need to run per-cluster.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Concurrent Execution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workers (--workers 10) for fast scans across 100+ clusters.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Config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1440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referenced via environment variables — config is Git-safe.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7180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Output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91440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table, CSV for tracking, or JSON for automation pipelines.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6616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 Check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91440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validation of all clusters before running a full scan.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6052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144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Filtering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914400" y="4370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specific deployments with --clusters prod qa instead of all.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4846320" y="1143000"/>
            <a:ext cx="384048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51206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Scale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512064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</a:t>
            </a:r>
            <a:endParaRPr lang="en-US" sz="3600" dirty="0"/>
          </a:p>
        </p:txBody>
      </p:sp>
      <p:sp>
        <p:nvSpPr>
          <p:cNvPr id="26" name="Text 18"/>
          <p:cNvSpPr/>
          <p:nvPr/>
        </p:nvSpPr>
        <p:spPr>
          <a:xfrm>
            <a:off x="649224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supported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config file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512064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</a:t>
            </a:r>
            <a:endParaRPr lang="en-US" sz="3600" dirty="0"/>
          </a:p>
        </p:txBody>
      </p:sp>
      <p:sp>
        <p:nvSpPr>
          <p:cNvPr id="28" name="Text 20"/>
          <p:cNvSpPr/>
          <p:nvPr/>
        </p:nvSpPr>
        <p:spPr>
          <a:xfrm>
            <a:off x="649224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object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for references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120640" y="3703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10x</a:t>
            </a:r>
            <a:endParaRPr lang="en-US" sz="3600" dirty="0"/>
          </a:p>
        </p:txBody>
      </p:sp>
      <p:sp>
        <p:nvSpPr>
          <p:cNvPr id="30" name="Text 22"/>
          <p:cNvSpPr/>
          <p:nvPr/>
        </p:nvSpPr>
        <p:spPr>
          <a:xfrm>
            <a:off x="649224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with concurrent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vs sequential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Value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620" y="118872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620" y="1188720"/>
            <a:ext cx="26060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Efficiency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9280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hours of manual auditing across clusters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9572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582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 enable tracking trends over time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9864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5820" y="2880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counts tell you exactly which duplicates to remove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0156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5820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 can audit 100+ deployments in minutes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3268980" y="118872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268980" y="118872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2"/>
          <p:cNvSpPr/>
          <p:nvPr/>
        </p:nvSpPr>
        <p:spPr>
          <a:xfrm>
            <a:off x="345186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Reduction</a:t>
            </a:r>
            <a:endParaRPr lang="en-US" sz="1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860" y="1892808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72618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identification before duplicates impact SLAs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860" y="2395728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2618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user-created cross-cluster wildcard patterns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1860" y="2898648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726180" y="2880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compliance audits for federal clients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1860" y="3401568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26180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guesswork in data view cleanup decisions</a:t>
            </a:r>
            <a:endParaRPr lang="en-US" sz="1050" dirty="0"/>
          </a:p>
        </p:txBody>
      </p:sp>
      <p:sp>
        <p:nvSpPr>
          <p:cNvPr id="27" name="Shape 17"/>
          <p:cNvSpPr/>
          <p:nvPr/>
        </p:nvSpPr>
        <p:spPr>
          <a:xfrm>
            <a:off x="6149340" y="118872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6149340" y="118872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19"/>
          <p:cNvSpPr/>
          <p:nvPr/>
        </p:nvSpPr>
        <p:spPr>
          <a:xfrm>
            <a:off x="633222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Optimization</a:t>
            </a:r>
            <a:endParaRPr lang="en-US" sz="15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2220" y="1892808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60654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 wildcard data views reduces cluster load</a:t>
            </a:r>
            <a:endParaRPr lang="en-US" sz="10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2220" y="2395728"/>
            <a:ext cx="182880" cy="182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60654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redundant searches improve dashboard response times</a:t>
            </a:r>
            <a:endParaRPr lang="en-US" sz="105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2220" y="2898648"/>
            <a:ext cx="182880" cy="18288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606540" y="2880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Elastic vendor best practice guidance</a:t>
            </a:r>
            <a:endParaRPr lang="en-US" sz="105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2220" y="3401568"/>
            <a:ext cx="182880" cy="18288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606540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supports cluster stability and uptime targets</a:t>
            </a:r>
            <a:endParaRPr lang="en-US" sz="1050" dirty="0"/>
          </a:p>
        </p:txBody>
      </p:sp>
      <p:sp>
        <p:nvSpPr>
          <p:cNvPr id="38" name="Shape 24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9" name="Text 25"/>
          <p:cNvSpPr/>
          <p:nvPr/>
        </p:nvSpPr>
        <p:spPr>
          <a:xfrm>
            <a:off x="822960" y="42519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cleanup to proactive monitoring — catch duplicates before they impact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 —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duplicate data views are reliably detected and validated, the natural next step is automated cleanup — removing the manual effort entirely.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8620" y="1691640"/>
            <a:ext cx="2606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8620" y="1691640"/>
            <a:ext cx="26060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525780" y="1874520"/>
            <a:ext cx="82296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17420" y="1874520"/>
            <a:ext cx="640080" cy="2560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221742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17320" y="22860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395728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578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&amp; Report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1500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scanning across all deployments identifies duplicate data views and counts object references. Teams review CSV/JSON reports and manually delete confirmed orphans.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236" y="2857500"/>
            <a:ext cx="201168" cy="201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68980" y="1691640"/>
            <a:ext cx="2606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68980" y="1691640"/>
            <a:ext cx="26060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5"/>
          <p:cNvSpPr/>
          <p:nvPr/>
        </p:nvSpPr>
        <p:spPr>
          <a:xfrm>
            <a:off x="3406140" y="1874520"/>
            <a:ext cx="8229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6"/>
          <p:cNvSpPr/>
          <p:nvPr/>
        </p:nvSpPr>
        <p:spPr>
          <a:xfrm>
            <a:off x="340614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097780" y="1874520"/>
            <a:ext cx="640080" cy="2560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18"/>
          <p:cNvSpPr/>
          <p:nvPr/>
        </p:nvSpPr>
        <p:spPr>
          <a:xfrm>
            <a:off x="509778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297680" y="228600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39572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40614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&amp; Auto-Delete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451860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duplicates are validated (0 references confirmed), a companion deletion script removes orphaned data views via the Kibana API automatically — no manual cleanup needed.</a:t>
            </a:r>
            <a:endParaRPr lang="en-US" sz="1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857500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149340" y="1691640"/>
            <a:ext cx="26060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149340" y="169164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Shape 24"/>
          <p:cNvSpPr/>
          <p:nvPr/>
        </p:nvSpPr>
        <p:spPr>
          <a:xfrm>
            <a:off x="6286500" y="1874520"/>
            <a:ext cx="82296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5"/>
          <p:cNvSpPr/>
          <p:nvPr/>
        </p:nvSpPr>
        <p:spPr>
          <a:xfrm>
            <a:off x="628650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978140" y="1874520"/>
            <a:ext cx="640080" cy="2560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Text 27"/>
          <p:cNvSpPr/>
          <p:nvPr/>
        </p:nvSpPr>
        <p:spPr>
          <a:xfrm>
            <a:off x="797814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717804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2395728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28650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 Prevention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6332220" y="32461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detection + deletion into a scheduled CI/CD pipeline that runs weekly, catches new duplicates early, auto-cleans, and alerts teams before duplicates accumulate.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9" name="Text 32"/>
          <p:cNvSpPr/>
          <p:nvPr/>
        </p:nvSpPr>
        <p:spPr>
          <a:xfrm>
            <a:off x="822960" y="4434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Zero manual intervention — from detection to deletion, fully automated.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4206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Start Commands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657600" cy="5486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find_duplicate_dataviews.py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clusters.json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--connectivity-check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clusters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788920"/>
            <a:ext cx="3657600" cy="5486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88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find_duplicate_dataviews.py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clusters.json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--workers 10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+ export CSV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3657600" cy="5486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find_duplicate_dataviews.py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clusters.json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csv --workers 10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0" y="1143000"/>
            <a:ext cx="35661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Next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0" y="170992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7099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all 100+ deployments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config file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0" y="221284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2212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weekly automated scans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cron or CI/CD pipeline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0" y="271576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27157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2356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cleanup process with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per deployment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0" y="321868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duplicate counts over 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CSV exports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03520" y="3721608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721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auto-delete script for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orphaned duplicates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|  Script &amp; documentation available in the ITSMA GitHub repo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Duplicate Data Views Detection Tool</dc:title>
  <dc:subject>PptxGenJS Presentation</dc:subject>
  <dc:creator>Ola - ITSMA Team</dc:creator>
  <cp:lastModifiedBy>Ola - ITSMA Team</cp:lastModifiedBy>
  <cp:revision>1</cp:revision>
  <dcterms:created xsi:type="dcterms:W3CDTF">2026-02-24T08:52:53Z</dcterms:created>
  <dcterms:modified xsi:type="dcterms:W3CDTF">2026-02-24T08:52:53Z</dcterms:modified>
</cp:coreProperties>
</file>